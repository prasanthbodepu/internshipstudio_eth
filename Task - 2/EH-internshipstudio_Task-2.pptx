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283f66a4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0283f66a4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283f66a4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283f66a4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- 2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Internshipstudio - Ethical Hacking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0925" y="152400"/>
            <a:ext cx="494063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050" y="82075"/>
            <a:ext cx="575304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