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276dcd55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276dcd55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276dcd5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276dcd5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276dcd555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276dcd55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276dcd555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276dcd555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AUTOLAYOUT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-25" y="0"/>
            <a:ext cx="9144000" cy="17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6551675" y="0"/>
            <a:ext cx="2592300" cy="1741500"/>
          </a:xfrm>
          <a:prstGeom prst="rect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testasp.vulnweb.com/Search.asp" TargetMode="External"/><Relationship Id="rId4" Type="http://schemas.openxmlformats.org/officeDocument/2006/relationships/hyperlink" Target="http://testasp.vulnweb.com/Search.a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testasp.vulnweb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GSl5Dt7g9hu01gMY1t-uZdraJaKyrUqH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- 3	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Internshipstudio - EH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Report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Title : XSS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Domain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http://testasp.vulnweb.com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Subdomain :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http://testasp.vulnweb.com/Search.asp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24475" y="230150"/>
            <a:ext cx="8494800" cy="45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Steps to reproduce 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http://testasp.vulnweb.com/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Click on the search option on the navbar.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To insert the payload manually -&gt; tap on the search field and enter your xss payload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Eg: &lt;script&gt;alert(1)&lt;/script&gt;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To insert various payloads and look which are working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-&gt; open burp suite -&gt; intercept on -&gt; capture the request -&gt; send it to intruder -&gt; set payload to the search value only - &gt; insert various payloads that you need to test -&gt; start attack.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Now tap on show response in browser.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24475" y="240175"/>
            <a:ext cx="8494800" cy="43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POC Video: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5" name="Google Shape;85;p17" title="acuforum searc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700" y="708813"/>
            <a:ext cx="4967825" cy="37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94375" y="228250"/>
            <a:ext cx="1797000" cy="7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POC 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2506"/>
            <a:ext cx="9144002" cy="287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